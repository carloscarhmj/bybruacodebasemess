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6" r:id="rId5"/>
  </p:sldMasterIdLst>
  <p:notesMasterIdLst>
    <p:notesMasterId r:id="rId18"/>
  </p:notesMasterIdLst>
  <p:handoutMasterIdLst>
    <p:handoutMasterId r:id="rId19"/>
  </p:handoutMasterIdLst>
  <p:sldIdLst>
    <p:sldId id="256" r:id="rId6"/>
    <p:sldId id="265" r:id="rId7"/>
    <p:sldId id="262" r:id="rId8"/>
    <p:sldId id="267" r:id="rId9"/>
    <p:sldId id="268" r:id="rId10"/>
    <p:sldId id="263" r:id="rId11"/>
    <p:sldId id="269" r:id="rId12"/>
    <p:sldId id="278" r:id="rId13"/>
    <p:sldId id="274" r:id="rId14"/>
    <p:sldId id="276" r:id="rId15"/>
    <p:sldId id="280" r:id="rId16"/>
    <p:sldId id="261" r:id="rId17"/>
  </p:sldIdLst>
  <p:sldSz cx="12192000" cy="6858000"/>
  <p:notesSz cx="6797675" cy="9929813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6D8D104-79B6-431D-98BD-66D583BC1194}">
          <p14:sldIdLst>
            <p14:sldId id="256"/>
            <p14:sldId id="265"/>
            <p14:sldId id="262"/>
            <p14:sldId id="267"/>
            <p14:sldId id="268"/>
            <p14:sldId id="263"/>
            <p14:sldId id="269"/>
          </p14:sldIdLst>
        </p14:section>
        <p14:section name="Monthly damping time series" id="{2839CFD2-3D81-4600-B38F-1B58630792AF}">
          <p14:sldIdLst>
            <p14:sldId id="278"/>
            <p14:sldId id="274"/>
            <p14:sldId id="276"/>
            <p14:sldId id="280"/>
          </p14:sldIdLst>
        </p14:section>
        <p14:section name="Untitled Section" id="{0F46B0AB-1B05-4A66-9933-793C40F11EFF}">
          <p14:sldIdLst/>
        </p14:section>
        <p14:section name="Untitled Section" id="{0678107F-7F64-4951-825B-AC0042FB9491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D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33" autoAdjust="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1CB5B-D755-4D1C-9A3F-5C10CE2198FC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EA140-F803-4F4C-8CF1-7AEDF593EAA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971810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03D5C-8333-432E-94FE-CE05C9B38AA0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4F58B-ED2F-4ABF-AFF4-C39ECCC913D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172200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996292"/>
            <a:ext cx="9144000" cy="8654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00" b="0" i="0" baseline="0"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[project type]</a:t>
            </a:r>
            <a:endParaRPr lang="da-DK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59380" y="5692632"/>
            <a:ext cx="5271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Svend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Ole Hansen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ApS</a:t>
            </a:r>
            <a:endParaRPr lang="da-DK" sz="1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738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H New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135312"/>
            <a:ext cx="10515600" cy="587375"/>
          </a:xfrm>
          <a:prstGeom prst="rect">
            <a:avLst/>
          </a:prstGeom>
        </p:spPr>
        <p:txBody>
          <a:bodyPr anchor="ctr"/>
          <a:lstStyle>
            <a:lvl1pPr>
              <a:defRPr sz="4400" b="0" i="0"/>
            </a:lvl1pPr>
          </a:lstStyle>
          <a:p>
            <a:r>
              <a:rPr lang="en-US" dirty="0"/>
              <a:t>[Section Headline]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85581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fld id="{F549AF4F-AA4E-4CBB-B209-8C0796F18242}" type="datetime1">
              <a:rPr lang="da-DK" smtClean="0"/>
              <a:pPr/>
              <a:t>24-03-2025</a:t>
            </a:fld>
            <a:endParaRPr lang="da-DK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46583522-5308-4A37-A67C-5810B095DCDE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2722320" y="3044279"/>
            <a:ext cx="6747360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400" baseline="0" dirty="0">
                <a:latin typeface="+mj-lt"/>
                <a:cs typeface="Calibri" panose="020F0502020204030204" pitchFamily="34" charset="0"/>
              </a:rPr>
              <a:t>Thank you for your attention</a:t>
            </a:r>
            <a:endParaRPr lang="da-DK" sz="4400" baseline="0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5302353" y="6400412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accent4"/>
                </a:solidFill>
              </a:rPr>
              <a:t>Svend</a:t>
            </a:r>
            <a:r>
              <a:rPr lang="en-US" sz="1200" dirty="0">
                <a:solidFill>
                  <a:schemeClr val="accent4"/>
                </a:solidFill>
              </a:rPr>
              <a:t> Ole Hansen </a:t>
            </a:r>
            <a:r>
              <a:rPr lang="en-US" sz="1200" dirty="0" err="1">
                <a:solidFill>
                  <a:schemeClr val="accent4"/>
                </a:solidFill>
              </a:rPr>
              <a:t>ApS</a:t>
            </a:r>
            <a:endParaRPr lang="da-DK" sz="1200" dirty="0">
              <a:solidFill>
                <a:schemeClr val="accent4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759380" y="5692632"/>
            <a:ext cx="5271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Svend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Ole Hansen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ApS</a:t>
            </a:r>
            <a:endParaRPr lang="da-DK" sz="1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071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H Default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711200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[Content headline]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6326"/>
            <a:ext cx="10515600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DFCF3-6A43-47BA-9806-2461F91DC047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6100CA-1FE1-4301-9384-53EF23D2117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4603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H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DFCF3-6A43-47BA-9806-2461F91DC047}" type="datetimeFigureOut">
              <a:rPr lang="da-DK" smtClean="0"/>
              <a:t>24-03-2025</a:t>
            </a:fld>
            <a:endParaRPr lang="da-DK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6100CA-1FE1-4301-9384-53EF23D2117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46234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292462"/>
            <a:ext cx="2743200" cy="365125"/>
          </a:xfrm>
          <a:prstGeom prst="rect">
            <a:avLst/>
          </a:prstGeom>
        </p:spPr>
        <p:txBody>
          <a:bodyPr/>
          <a:lstStyle/>
          <a:p>
            <a:fld id="{FC533A43-4806-4887-8A62-95114F43F30E}" type="datetime1">
              <a:rPr lang="da-DK" smtClean="0"/>
              <a:t>24-03-2025</a:t>
            </a:fld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F52EB0-D61A-42F8-A666-D87FC5B6BD2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20907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292462"/>
            <a:ext cx="2743200" cy="365125"/>
          </a:xfrm>
          <a:prstGeom prst="rect">
            <a:avLst/>
          </a:prstGeom>
        </p:spPr>
        <p:txBody>
          <a:bodyPr/>
          <a:lstStyle/>
          <a:p>
            <a:fld id="{93FB1243-E475-4909-8A86-032FD6B6C572}" type="datetime1">
              <a:rPr lang="da-DK" smtClean="0"/>
              <a:t>24-03-2025</a:t>
            </a:fld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F52EB0-D61A-42F8-A666-D87FC5B6BD2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0952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292462"/>
            <a:ext cx="2743200" cy="365125"/>
          </a:xfrm>
          <a:prstGeom prst="rect">
            <a:avLst/>
          </a:prstGeom>
        </p:spPr>
        <p:txBody>
          <a:bodyPr/>
          <a:lstStyle/>
          <a:p>
            <a:fld id="{CBFDEEEE-CA09-449B-90E6-E73D0ED780B2}" type="datetime1">
              <a:rPr lang="da-DK" smtClean="0"/>
              <a:t>24-03-2025</a:t>
            </a:fld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F52EB0-D61A-42F8-A666-D87FC5B6BD2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85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292462"/>
            <a:ext cx="2743200" cy="365125"/>
          </a:xfrm>
          <a:prstGeom prst="rect">
            <a:avLst/>
          </a:prstGeom>
        </p:spPr>
        <p:txBody>
          <a:bodyPr/>
          <a:lstStyle/>
          <a:p>
            <a:fld id="{4BCCEB61-1A78-423A-998A-A2B07D9DC63E}" type="datetime1">
              <a:rPr lang="da-DK" smtClean="0"/>
              <a:t>24-03-2025</a:t>
            </a:fld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F52EB0-D61A-42F8-A666-D87FC5B6BD2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5285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292462"/>
            <a:ext cx="2743200" cy="365125"/>
          </a:xfrm>
          <a:prstGeom prst="rect">
            <a:avLst/>
          </a:prstGeom>
        </p:spPr>
        <p:txBody>
          <a:bodyPr/>
          <a:lstStyle/>
          <a:p>
            <a:fld id="{BA4A756E-CAD4-4B95-BA6B-2877A5948E02}" type="datetime1">
              <a:rPr lang="da-DK" smtClean="0"/>
              <a:t>24-03-2025</a:t>
            </a:fld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F52EB0-D61A-42F8-A666-D87FC5B6BD2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0554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292462"/>
            <a:ext cx="2743200" cy="365125"/>
          </a:xfrm>
          <a:prstGeom prst="rect">
            <a:avLst/>
          </a:prstGeom>
        </p:spPr>
        <p:txBody>
          <a:bodyPr/>
          <a:lstStyle/>
          <a:p>
            <a:fld id="{872F9F73-1F65-429D-8380-D7DB04354688}" type="datetime1">
              <a:rPr lang="da-DK" smtClean="0"/>
              <a:t>24-03-2025</a:t>
            </a:fld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F52EB0-D61A-42F8-A666-D87FC5B6BD2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914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5">
            <a:extLst>
              <a:ext uri="{FF2B5EF4-FFF2-40B4-BE49-F238E27FC236}">
                <a16:creationId xmlns="" xmlns:a16="http://schemas.microsoft.com/office/drawing/2014/main" id="{55E9BCE4-8DEA-670F-C07C-5C4B96FA4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 bwMode="auto">
          <a:xfrm>
            <a:off x="9402796" y="123923"/>
            <a:ext cx="1179117" cy="117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/>
          <p:cNvCxnSpPr/>
          <p:nvPr userDrawn="1"/>
        </p:nvCxnSpPr>
        <p:spPr>
          <a:xfrm>
            <a:off x="838200" y="6270177"/>
            <a:ext cx="10515600" cy="0"/>
          </a:xfrm>
          <a:prstGeom prst="line">
            <a:avLst/>
          </a:prstGeom>
          <a:ln w="63500">
            <a:solidFill>
              <a:srgbClr val="70D0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4C666C1-139C-A626-24DF-368D755F6AC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59547" y="123923"/>
            <a:ext cx="1408812" cy="11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9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5" r:id="rId3"/>
  </p:sldLayoutIdLst>
  <p:hf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fld id="{3FDDFCF3-6A43-47BA-9806-2461F91DC047}" type="datetimeFigureOut">
              <a:rPr lang="da-DK" smtClean="0"/>
              <a:pPr/>
              <a:t>24-03-2025</a:t>
            </a:fld>
            <a:endParaRPr lang="da-DK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4"/>
                </a:solidFill>
              </a:defRPr>
            </a:lvl1pPr>
          </a:lstStyle>
          <a:p>
            <a:fld id="{FE6100CA-1FE1-4301-9384-53EF23D2117C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5302353" y="6400412"/>
            <a:ext cx="15872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accent4"/>
                </a:solidFill>
              </a:rPr>
              <a:t>Svend</a:t>
            </a:r>
            <a:r>
              <a:rPr lang="en-US" sz="1200" dirty="0">
                <a:solidFill>
                  <a:schemeClr val="accent4"/>
                </a:solidFill>
              </a:rPr>
              <a:t> Ole Hansen </a:t>
            </a:r>
            <a:r>
              <a:rPr lang="en-US" sz="1200" dirty="0" err="1">
                <a:solidFill>
                  <a:schemeClr val="accent4"/>
                </a:solidFill>
              </a:rPr>
              <a:t>ApS</a:t>
            </a:r>
            <a:endParaRPr lang="da-DK" sz="1200" dirty="0">
              <a:solidFill>
                <a:schemeClr val="accent4"/>
              </a:solidFill>
            </a:endParaRPr>
          </a:p>
        </p:txBody>
      </p:sp>
      <p:pic>
        <p:nvPicPr>
          <p:cNvPr id="4" name="Billede 5">
            <a:extLst>
              <a:ext uri="{FF2B5EF4-FFF2-40B4-BE49-F238E27FC236}">
                <a16:creationId xmlns="" xmlns:a16="http://schemas.microsoft.com/office/drawing/2014/main" id="{190CBD91-0219-A226-26BB-F2299537E6E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 bwMode="auto">
          <a:xfrm>
            <a:off x="9402796" y="123923"/>
            <a:ext cx="1179117" cy="117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922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3" r:id="rId2"/>
    <p:sldLayoutId id="2147483659" r:id="rId3"/>
    <p:sldLayoutId id="2147483660" r:id="rId4"/>
    <p:sldLayoutId id="2147483661" r:id="rId5"/>
    <p:sldLayoutId id="2147483662" r:id="rId6"/>
    <p:sldLayoutId id="2147483664" r:id="rId7"/>
    <p:sldLayoutId id="2147483665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Extracting damping from ambient vibration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44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Apply bandpass filter to measured acceleration time trace</a:t>
            </a:r>
          </a:p>
          <a:p>
            <a:r>
              <a:rPr lang="en-US" dirty="0" smtClean="0"/>
              <a:t>Double integrate acceleration signal to obtain displacement </a:t>
            </a:r>
          </a:p>
          <a:p>
            <a:r>
              <a:rPr lang="en-US" dirty="0" smtClean="0"/>
              <a:t>Reconstruct free decay signal from random vibration</a:t>
            </a:r>
          </a:p>
          <a:p>
            <a:r>
              <a:rPr lang="en-US" dirty="0" smtClean="0"/>
              <a:t>Determine damping from free decay signal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044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Random Decrement Technique</a:t>
            </a:r>
            <a:endParaRPr lang="da-DK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036" y="1539529"/>
            <a:ext cx="5363323" cy="392484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3809C-C0A6-435E-B2A0-71F6EB91C998}" type="datetime1">
              <a:rPr lang="da-DK" smtClean="0"/>
              <a:t>24-03-2025</a:t>
            </a:fld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6100CA-1FE1-4301-9384-53EF23D2117C}" type="slidenum">
              <a:rPr lang="da-DK" smtClean="0"/>
              <a:t>3</a:t>
            </a:fld>
            <a:endParaRPr lang="da-DK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38" y="4201054"/>
            <a:ext cx="3191320" cy="9240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427" y="1385537"/>
            <a:ext cx="4217300" cy="19697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359" y="3318028"/>
            <a:ext cx="4225681" cy="753907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0075333" y="2116667"/>
            <a:ext cx="92239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883186" y="2294467"/>
            <a:ext cx="400494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882359" y="2472267"/>
            <a:ext cx="400494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882359" y="2641600"/>
            <a:ext cx="400494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834729" y="2836333"/>
            <a:ext cx="381633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514705" y="5303520"/>
            <a:ext cx="38390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Requires :</a:t>
            </a:r>
          </a:p>
          <a:p>
            <a:r>
              <a:rPr lang="en-US" sz="1400" dirty="0" err="1" smtClean="0"/>
              <a:t>ys</a:t>
            </a:r>
            <a:r>
              <a:rPr lang="en-US" sz="1400" dirty="0" smtClean="0"/>
              <a:t> = triggering value</a:t>
            </a:r>
          </a:p>
          <a:p>
            <a:r>
              <a:rPr lang="en-US" sz="1400" dirty="0" err="1" smtClean="0"/>
              <a:t>Ts</a:t>
            </a:r>
            <a:r>
              <a:rPr lang="en-US" sz="1400" dirty="0" smtClean="0"/>
              <a:t> = segment length ( how long decay will last)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238435" y="3094816"/>
            <a:ext cx="24592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Impulse part</a:t>
            </a:r>
          </a:p>
          <a:p>
            <a:endParaRPr lang="en-US" dirty="0"/>
          </a:p>
          <a:p>
            <a:r>
              <a:rPr lang="en-US" dirty="0" smtClean="0"/>
              <a:t>Random part</a:t>
            </a:r>
          </a:p>
          <a:p>
            <a:r>
              <a:rPr lang="en-US" dirty="0" smtClean="0"/>
              <a:t>( assumed zero mean)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Define the segment heads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329BE-4B78-4DA5-B7E2-0D8F2C93B57E}" type="datetime1">
              <a:rPr lang="da-DK" smtClean="0"/>
              <a:t>24-03-2025</a:t>
            </a:fld>
            <a:endParaRPr lang="da-DK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6100CA-1FE1-4301-9384-53EF23D2117C}" type="slidenum">
              <a:rPr lang="da-DK" smtClean="0"/>
              <a:t>4</a:t>
            </a:fld>
            <a:endParaRPr lang="da-DK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8681"/>
            <a:ext cx="5880109" cy="440516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100" y="1139847"/>
            <a:ext cx="6279000" cy="4704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60479" y="1480404"/>
            <a:ext cx="3046808" cy="3843626"/>
          </a:xfrm>
          <a:prstGeom prst="rect">
            <a:avLst/>
          </a:prstGeom>
          <a:solidFill>
            <a:srgbClr val="0070C0">
              <a:alpha val="37000"/>
            </a:srgbClr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664984" y="1480404"/>
            <a:ext cx="3066748" cy="3843626"/>
          </a:xfrm>
          <a:prstGeom prst="rect">
            <a:avLst/>
          </a:prstGeom>
          <a:solidFill>
            <a:srgbClr val="92D050">
              <a:alpha val="37000"/>
            </a:srgbClr>
          </a:solidFill>
          <a:ln w="254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r="4757" b="52247"/>
          <a:stretch/>
        </p:blipFill>
        <p:spPr>
          <a:xfrm>
            <a:off x="8507251" y="1358594"/>
            <a:ext cx="2843958" cy="1043469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7460479" y="5037512"/>
            <a:ext cx="3046808" cy="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862017" y="4668180"/>
            <a:ext cx="672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512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random component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5A8B3-8B0B-45D0-8A23-92B5227E4262}" type="datetime1">
              <a:rPr lang="da-DK" smtClean="0"/>
              <a:t>24-03-2025</a:t>
            </a:fld>
            <a:endParaRPr lang="da-DK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6100CA-1FE1-4301-9384-53EF23D2117C}" type="slidenum">
              <a:rPr lang="da-DK" smtClean="0"/>
              <a:t>5</a:t>
            </a:fld>
            <a:endParaRPr lang="da-DK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77" y="1716088"/>
            <a:ext cx="5334000" cy="4000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30" y="1450080"/>
            <a:ext cx="6827970" cy="437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13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The Natural Excitation Technique (</a:t>
            </a:r>
            <a:r>
              <a:rPr lang="en-US" sz="3200" dirty="0" err="1" smtClean="0"/>
              <a:t>NExt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52" y="1500355"/>
            <a:ext cx="5766217" cy="85365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8FBF5-4A59-407C-9858-BD7B796FE84F}" type="datetime1">
              <a:rPr lang="da-DK" smtClean="0"/>
              <a:t>24-03-2025</a:t>
            </a:fld>
            <a:endParaRPr lang="da-DK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6100CA-1FE1-4301-9384-53EF23D2117C}" type="slidenum">
              <a:rPr lang="da-DK" smtClean="0"/>
              <a:t>6</a:t>
            </a:fld>
            <a:endParaRPr lang="da-DK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67" y="2354013"/>
            <a:ext cx="5492402" cy="1989183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844815" y="2537301"/>
            <a:ext cx="3678155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006092" y="3576150"/>
            <a:ext cx="3678155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74938" y="3727927"/>
            <a:ext cx="5245861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23663" y="3881425"/>
            <a:ext cx="1243515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967" y="1400562"/>
            <a:ext cx="5933988" cy="46547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4483" y="5621257"/>
            <a:ext cx="383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Requires :</a:t>
            </a:r>
          </a:p>
          <a:p>
            <a:r>
              <a:rPr lang="en-US" sz="1400" dirty="0" err="1" smtClean="0"/>
              <a:t>Ts</a:t>
            </a:r>
            <a:r>
              <a:rPr lang="en-US" sz="1400" dirty="0" smtClean="0"/>
              <a:t> = segment length ( how long decay will last)</a:t>
            </a:r>
            <a:endParaRPr lang="en-US" sz="14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83" y="4413283"/>
            <a:ext cx="4744980" cy="9961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34145" y="5162204"/>
            <a:ext cx="22361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“</a:t>
            </a:r>
            <a:r>
              <a:rPr lang="en-US" sz="1100" dirty="0" err="1" smtClean="0"/>
              <a:t>xcorr</a:t>
            </a:r>
            <a:r>
              <a:rPr lang="en-US" sz="1100" dirty="0" smtClean="0"/>
              <a:t>” </a:t>
            </a:r>
            <a:r>
              <a:rPr lang="en-US" sz="1100" dirty="0" err="1" smtClean="0"/>
              <a:t>matlab</a:t>
            </a:r>
            <a:r>
              <a:rPr lang="en-US" sz="1100" dirty="0" smtClean="0"/>
              <a:t> command to obtain auto- or cross correlation function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59217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1E02-6482-4BC4-BD74-0695AAD4F924}" type="datetime1">
              <a:rPr lang="da-DK" smtClean="0"/>
              <a:t>24-03-2025</a:t>
            </a:fld>
            <a:endParaRPr lang="da-DK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6100CA-1FE1-4301-9384-53EF23D2117C}" type="slidenum">
              <a:rPr lang="da-DK" smtClean="0"/>
              <a:t>7</a:t>
            </a:fld>
            <a:endParaRPr lang="da-DK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463"/>
            <a:ext cx="12192000" cy="631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98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December 2024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0AC55-8301-4549-8A53-1381EE46D200}" type="datetime1">
              <a:rPr lang="da-DK" smtClean="0"/>
              <a:t>24-03-2025</a:t>
            </a:fld>
            <a:endParaRPr lang="da-DK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100CA-1FE1-4301-9384-53EF23D2117C}" type="slidenum">
              <a:rPr lang="da-DK" smtClean="0"/>
              <a:t>8</a:t>
            </a:fld>
            <a:endParaRPr lang="da-DK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233" y="3113734"/>
            <a:ext cx="4572000" cy="34251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119" y="3113735"/>
            <a:ext cx="4572000" cy="34251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119" y="-21901"/>
            <a:ext cx="4572000" cy="342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98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Jan 2025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0AC55-8301-4549-8A53-1381EE46D200}" type="datetime1">
              <a:rPr lang="da-DK" smtClean="0"/>
              <a:t>24-03-2025</a:t>
            </a:fld>
            <a:endParaRPr lang="da-DK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100CA-1FE1-4301-9384-53EF23D2117C}" type="slidenum">
              <a:rPr lang="da-DK" smtClean="0"/>
              <a:t>9</a:t>
            </a:fld>
            <a:endParaRPr lang="da-DK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92" y="-81355"/>
            <a:ext cx="4572000" cy="34251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322" y="2979125"/>
            <a:ext cx="4572000" cy="34251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664" y="2979125"/>
            <a:ext cx="4572000" cy="342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568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Feb 2025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0AC55-8301-4549-8A53-1381EE46D200}" type="datetime1">
              <a:rPr lang="da-DK" smtClean="0"/>
              <a:t>24-03-2025</a:t>
            </a:fld>
            <a:endParaRPr lang="da-DK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100CA-1FE1-4301-9384-53EF23D2117C}" type="slidenum">
              <a:rPr lang="da-DK" smtClean="0"/>
              <a:t>10</a:t>
            </a:fld>
            <a:endParaRPr lang="da-DK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89" y="-27028"/>
            <a:ext cx="4572000" cy="34251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173978"/>
            <a:ext cx="4572000" cy="34251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3173978"/>
            <a:ext cx="4572000" cy="342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91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March 2025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0AC55-8301-4549-8A53-1381EE46D200}" type="datetime1">
              <a:rPr lang="da-DK" smtClean="0"/>
              <a:t>24-03-2025</a:t>
            </a:fld>
            <a:endParaRPr lang="da-DK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100CA-1FE1-4301-9384-53EF23D2117C}" type="slidenum">
              <a:rPr lang="da-DK" smtClean="0"/>
              <a:t>11</a:t>
            </a:fld>
            <a:endParaRPr lang="da-DK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427" y="-120032"/>
            <a:ext cx="4572000" cy="34251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427" y="3049847"/>
            <a:ext cx="4572000" cy="34251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442" y="3049846"/>
            <a:ext cx="4572000" cy="342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23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9AF4F-AA4E-4CBB-B209-8C0796F18242}" type="datetime1">
              <a:rPr lang="da-DK" smtClean="0"/>
              <a:t>24-03-2025</a:t>
            </a:fld>
            <a:endParaRPr lang="da-DK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83522-5308-4A37-A67C-5810B095DCDE}" type="slidenum">
              <a:rPr lang="da-DK" smtClean="0"/>
              <a:pPr/>
              <a:t>12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06915748"/>
      </p:ext>
    </p:extLst>
  </p:cSld>
  <p:clrMapOvr>
    <a:masterClrMapping/>
  </p:clrMapOvr>
</p:sld>
</file>

<file path=ppt/theme/theme1.xml><?xml version="1.0" encoding="utf-8"?>
<a:theme xmlns:a="http://schemas.openxmlformats.org/drawingml/2006/main" name="SOH First and Las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A72A1F42-B85C-4C65-9360-B97375AA1476}" vid="{6C5E5F66-11F7-4946-AAA1-41FC7DC2127A}"/>
    </a:ext>
  </a:extLst>
</a:theme>
</file>

<file path=ppt/theme/theme2.xml><?xml version="1.0" encoding="utf-8"?>
<a:theme xmlns:a="http://schemas.openxmlformats.org/drawingml/2006/main" name="SOH Content slides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A72A1F42-B85C-4C65-9360-B97375AA1476}" vid="{8E8C720C-C122-43DA-A279-DB665A27A02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DAB5859115D4A9B0514253A4C2B49" ma:contentTypeVersion="13" ma:contentTypeDescription="Create a new document." ma:contentTypeScope="" ma:versionID="f83e5f0637c661343f04e7aa6846b35e">
  <xsd:schema xmlns:xsd="http://www.w3.org/2001/XMLSchema" xmlns:xs="http://www.w3.org/2001/XMLSchema" xmlns:p="http://schemas.microsoft.com/office/2006/metadata/properties" xmlns:ns2="e3d2211d-37bb-4a1e-9d60-fbc3094e4a74" xmlns:ns3="fd73f3e5-ff98-4122-8a53-453702182a32" targetNamespace="http://schemas.microsoft.com/office/2006/metadata/properties" ma:root="true" ma:fieldsID="54e4e989ded2b10a30b80e48af983c02" ns2:_="" ns3:_="">
    <xsd:import namespace="e3d2211d-37bb-4a1e-9d60-fbc3094e4a74"/>
    <xsd:import namespace="fd73f3e5-ff98-4122-8a53-453702182a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2211d-37bb-4a1e-9d60-fbc3094e4a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ab31fc8-4303-4947-993f-79de680f16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73f3e5-ff98-4122-8a53-453702182a32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fbcefa16-6c09-436d-9d77-c33a5f114dfa}" ma:internalName="TaxCatchAll" ma:showField="CatchAllData" ma:web="fd73f3e5-ff98-4122-8a53-453702182a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2211d-37bb-4a1e-9d60-fbc3094e4a74">
      <Terms xmlns="http://schemas.microsoft.com/office/infopath/2007/PartnerControls"/>
    </lcf76f155ced4ddcb4097134ff3c332f>
    <TaxCatchAll xmlns="fd73f3e5-ff98-4122-8a53-453702182a32" xsi:nil="true"/>
  </documentManagement>
</p:properties>
</file>

<file path=customXml/itemProps1.xml><?xml version="1.0" encoding="utf-8"?>
<ds:datastoreItem xmlns:ds="http://schemas.openxmlformats.org/officeDocument/2006/customXml" ds:itemID="{C4B03088-9916-4565-A2D6-12C92AAF8E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d2211d-37bb-4a1e-9d60-fbc3094e4a74"/>
    <ds:schemaRef ds:uri="fd73f3e5-ff98-4122-8a53-453702182a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63D99D-312C-472C-8FDF-F38F79D01D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5C3B81-C330-45C0-8E32-1AB33DAB51E5}">
  <ds:schemaRefs>
    <ds:schemaRef ds:uri="http://schemas.microsoft.com/office/2006/metadata/properties"/>
    <ds:schemaRef ds:uri="http://schemas.microsoft.com/office/infopath/2007/PartnerControls"/>
    <ds:schemaRef ds:uri="e3d2211d-37bb-4a1e-9d60-fbc3094e4a74"/>
    <ds:schemaRef ds:uri="fd73f3e5-ff98-4122-8a53-453702182a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SOH Presentation</Template>
  <TotalTime>970</TotalTime>
  <Words>131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SOH First and Last</vt:lpstr>
      <vt:lpstr>SOH Content slides</vt:lpstr>
      <vt:lpstr>PowerPoint Presentation</vt:lpstr>
      <vt:lpstr>Overview</vt:lpstr>
      <vt:lpstr>Random Decrement Technique</vt:lpstr>
      <vt:lpstr>Define the segment heads</vt:lpstr>
      <vt:lpstr>Removing random component</vt:lpstr>
      <vt:lpstr>The Natural Excitation Technique (NExt)</vt:lpstr>
      <vt:lpstr>PowerPoint Presentation</vt:lpstr>
      <vt:lpstr>December 2024</vt:lpstr>
      <vt:lpstr>Jan 2025</vt:lpstr>
      <vt:lpstr>Feb 2025</vt:lpstr>
      <vt:lpstr>March 2025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Kanin Srisopa</dc:creator>
  <cp:lastModifiedBy>Kanin Srisopa</cp:lastModifiedBy>
  <cp:revision>36</cp:revision>
  <cp:lastPrinted>2017-10-13T11:10:03Z</cp:lastPrinted>
  <dcterms:created xsi:type="dcterms:W3CDTF">2025-03-18T16:44:33Z</dcterms:created>
  <dcterms:modified xsi:type="dcterms:W3CDTF">2025-03-24T20:12:37Z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0x010100DEEDAB5859115D4A9B0514253A4C2B49</vt:lpwstr>
  </property>
  <property fmtid="{D5CDD505-2E9C-101B-9397-08002B2CF9AE}" pid="3" name="MediaServiceImageTags">
    <vt:lpwstr/>
  </property>
</Properties>
</file>